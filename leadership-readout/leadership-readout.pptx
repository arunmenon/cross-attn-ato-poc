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96928" y="0"/>
            <a:ext cx="164592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640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F59E0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FOUNDATION SCIENCE   ·   AI LEADERSHIP READOUT  ·  v2 UPDATE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Guardrailed Agentic Research Loop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Cross-Modal Fraud Modeling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914400" y="3749040"/>
            <a:ext cx="6400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9319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Three sweep generations.  v3 null → v4 CI-separated win → v5 ceiling.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502920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Arun Menon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Foundation Science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Prepared for Prakhar + AI Leadership Team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2026-05-22 · v2 (supersedes v3-era v1)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789920" y="62179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v2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589520" y="27432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400" kern="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Bottom line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653796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64240" y="656539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 / 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6565392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Cross-Attention ATO POC · v4/v5 update · 2026-05-22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59E0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EXECUTIVE BOTTOM LINE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713232"/>
            <a:ext cx="11338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is the reusable artifact.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02920" y="1508760"/>
            <a:ext cx="4572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7830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Cross-attention is the worked example.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502920" y="2697480"/>
            <a:ext cx="3611880" cy="1508760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697480"/>
            <a:ext cx="73152" cy="1508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807208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runs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31520" y="333756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sweep generations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36576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v3 + v4 + v5 · zero format drift · zero races · zero manual reconciliation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51960" y="2697480"/>
            <a:ext cx="3611880" cy="1508760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51960" y="2697480"/>
            <a:ext cx="73152" cy="1508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4480560" y="2807208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 win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4480560" y="333756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CI-separated lift on adversarial fraud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480560" y="36576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phish_takeover recall 0.11 → 1.00 · phish_takeover_mfa_phished 0.00 → 0.97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001000" y="2697480"/>
            <a:ext cx="3611880" cy="1508760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01000" y="2697480"/>
            <a:ext cx="73152" cy="1508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0" y="2807208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v5 ceiling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8229600" y="333756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 is upstream of architecture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0" y="36576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hn_recovery_high_amount stuck at ~44% FPR across every tested dial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" y="4572000"/>
            <a:ext cx="11155680" cy="1554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47091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59E0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CHANGED SINCE THE v1 DECK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31520" y="5029200"/>
            <a:ext cx="10972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v1 deck (May 18) </a:t>
            </a:r>
            <a:pPr indent="0" marL="0">
              <a:spcAft>
                <a:spcPts val="200"/>
              </a:spcAft>
              <a:buNone/>
            </a:pPr>
            <a:r>
              <a:rPr lang="en-US" sz="1300" i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framed the result as a clean negative and de-prioritized architecture.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v2 (this deck, May 22) 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corrects that: v3 was data-confounded, v4 showed a CI-separated synthetic win, and v5 exposed a data-shaped ceiling.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589520" y="27432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400" kern="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changed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653796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64240" y="656539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 / 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6565392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Cross-Attention ATO POC · v4/v5 update · 2026-05-22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59E0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V3 NULL · V4 WIN · V5 CEILING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713232"/>
            <a:ext cx="11338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generations, three different stories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02920" y="1508760"/>
            <a:ext cx="4572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1828800"/>
            <a:ext cx="3611880" cy="4572000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1828800"/>
            <a:ext cx="3611880" cy="45720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9202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v3  ·  3 days  ·  18 runs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42316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null result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3383280"/>
            <a:ext cx="324612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18 cross-attention configs across 3 insertion patterns × 2 slot counts × 2 gate inits + LR perturbations.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Leader: 0.0524 worst-family HN-FPR.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Baseline (structured-as-text): 0.0507.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i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CIs heavily overlap. No separation.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i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Gates rode init bias. v1 deck called this "no architectural lift."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251960" y="1828800"/>
            <a:ext cx="3611880" cy="4572000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51960" y="1828800"/>
            <a:ext cx="361188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4480560" y="19202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v4  ·  4-change data pivot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480560" y="242316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CI-separated architectural win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480560" y="3383280"/>
            <a:ext cx="324612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D94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Same architecture, fixed data.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phish_takeover recall: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text_only 0.11 → xattn 1.00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phish_takeover_mfa_phished: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text_only 0.00 → xattn 0.97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i="1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Both CI-separated. Adversarial cross-modal families that text alone cannot solve.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001000" y="1828800"/>
            <a:ext cx="3611880" cy="4572000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01000" y="1828800"/>
            <a:ext cx="361188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0" y="19202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v5  ·  11 runs across 2 phases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0" y="242316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win, one ceiling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229600" y="3383280"/>
            <a:ext cx="324612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Dial-robust: insertion pattern, slots, gate init, LoRA rank, encoder all confirm v4 win.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v5_adv_error band: 0.151 – 0.174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59E0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But hn_recovery_high_amount FPR stuck at ~0.44 across every dial.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i="1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97% of v5_adv_error comes from this one family. Ceiling is upstream in the generator template, not in the model.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589520" y="27432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400" kern="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loop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653796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64240" y="656539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 / 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6565392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Cross-Attention ATO POC · v4/v5 update · 2026-05-22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59E0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REUSABLE ARTIFACT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713232"/>
            <a:ext cx="11338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proposes. Deterministic launcher enforces.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02920" y="1508760"/>
            <a:ext cx="457200" cy="4572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0" name="Image 0" descr="/sessions/pensive-upbeat-bardeen/mnt/Foundation-Science/cross_attn_ato_poc/whitepaper/figures/fig2-auto-research-loo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737360"/>
            <a:ext cx="1115568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589520" y="27432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400" kern="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Why the loop mattered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653796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64240" y="656539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 / 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6565392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Cross-Attention ATO POC · v4/v5 update · 2026-05-22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59E0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METRIC + LEAKAGE + IMMUTABILITY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713232"/>
            <a:ext cx="11338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guardrails caught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02920" y="1508760"/>
            <a:ext cx="4572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1783080"/>
            <a:ext cx="54864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1783080"/>
            <a:ext cx="91440" cy="21945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9202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417320" y="19202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saturation, v3 Day-1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2560320"/>
            <a:ext cx="5120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 variant hit AUC 1.0 on the 5k eval. The loop's per-run JSON exposed it immediately; the human reframed the headline metric to worst-family HN-FPR @ 1% legit FPR. metric_version 1 lived for one day.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72200" y="1783080"/>
            <a:ext cx="54864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72200" y="1783080"/>
            <a:ext cx="91440" cy="21945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19202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086600" y="19202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sklearn-cliff phantom advantage, v3 Day-2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0" y="2560320"/>
            <a:ext cx="5120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First-cut leaderboard had event_only beating LM baselines 5–7×. Codex review caught the artifact: sklearn's recall_at_fpr lands tied-mass distributions at the wrong operating point. Fixed with tie-aware exact-target metric (metric_version 2). No retraining.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4178808"/>
            <a:ext cx="54864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4178808"/>
            <a:ext cx="91440" cy="21945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31596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417320" y="431596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Narrator-cache leakage, v3 → v4 pivot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1520" y="4956048"/>
            <a:ext cx="5120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10.7% of v3 eval rows shared narrative text with train (35% on hn_large_purchase). leakage_checks.py caught it; the v4 pipeline fixed it (text-hash + structured-events-hash dedup, narrator-prompt-version in cache key, clean-eval mask drops to 0 rows in v4).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72200" y="4178808"/>
            <a:ext cx="54864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72200" y="4178808"/>
            <a:ext cx="91440" cy="21945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431596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086600" y="431596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Convergence-halt premature firing, v3 Day-2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00800" y="4956048"/>
            <a:ext cx="5120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Window-based halt fired when the round-1 leader sat in slot 1 of the window — mathematically impossible for siblings to beat by 0.005. Fixed: halt logic made configurable per phase. v4/v5 inherited the fix; v5 added early-exit-on-success on top.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2920" y="612648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four were caught at low cost because the loop produced an immutable per-run audit trail. The same audits on a less-disciplined pipeline would have either missed them or made the v4 pivot much more expensive to validate.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589520" y="27432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400" kern="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Updated numbers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653796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64240" y="656539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 / 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6565392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Cross-Attention ATO POC · v4/v5 update · 2026-05-22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59E0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30 RUNS · ZERO MANUAL RECONCILIATION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713232"/>
            <a:ext cx="11338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loop got us across three generations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02920" y="1508760"/>
            <a:ext cx="4572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1783080"/>
            <a:ext cx="5486400" cy="1874520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1783080"/>
            <a:ext cx="91440" cy="1874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187452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8800" dirty="0"/>
          </a:p>
        </p:txBody>
      </p:sp>
      <p:sp>
        <p:nvSpPr>
          <p:cNvPr id="13" name="Text 11"/>
          <p:cNvSpPr/>
          <p:nvPr/>
        </p:nvSpPr>
        <p:spPr>
          <a:xfrm>
            <a:off x="2697480" y="20116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experiments across v3 + v4 + v5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697480" y="26974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22 cross-attention + 8 baselines. Two GPU caps (18h v3 · 12h v5), both halted by stop conditions before exhausting budget.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72200" y="1783080"/>
            <a:ext cx="5486400" cy="1874520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72200" y="1783080"/>
            <a:ext cx="91440" cy="18745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6446520" y="187452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800" dirty="0"/>
          </a:p>
        </p:txBody>
      </p:sp>
      <p:sp>
        <p:nvSpPr>
          <p:cNvPr id="18" name="Text 16"/>
          <p:cNvSpPr/>
          <p:nvPr/>
        </p:nvSpPr>
        <p:spPr>
          <a:xfrm>
            <a:off x="8366760" y="20116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corrections rolled forward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66760" y="26974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metric_version 1 → 2 (tie-aware exact-target) → 5 (adversarial-error decomposition). No retraining for any of them.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3858768"/>
            <a:ext cx="5486400" cy="1874520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3858768"/>
            <a:ext cx="91440" cy="18745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3950208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800" dirty="0"/>
          </a:p>
        </p:txBody>
      </p:sp>
      <p:sp>
        <p:nvSpPr>
          <p:cNvPr id="23" name="Text 21"/>
          <p:cNvSpPr/>
          <p:nvPr/>
        </p:nvSpPr>
        <p:spPr>
          <a:xfrm>
            <a:off x="2697480" y="408736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drift, concurrency races, manual reconciliation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697480" y="4773168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Single-writer-per-file ownership held cleanly across 30 runs. Final synthesis built directly from experiments.jsonl.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72200" y="3858768"/>
            <a:ext cx="5486400" cy="1874520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72200" y="3858768"/>
            <a:ext cx="91440" cy="18745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6446520" y="3950208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800" dirty="0"/>
          </a:p>
        </p:txBody>
      </p:sp>
      <p:sp>
        <p:nvSpPr>
          <p:cNvPr id="28" name="Text 26"/>
          <p:cNvSpPr/>
          <p:nvPr/>
        </p:nvSpPr>
        <p:spPr>
          <a:xfrm>
            <a:off x="8366760" y="408736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negative result, later traced + repaired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366760" y="4773168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v3 null wasn't an architectural failure — the loop's audit trail enabled the data-pathology diagnosis that drove the v4 pivot.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02920" y="5897880"/>
            <a:ext cx="11155680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" y="58978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the loop did NOT do: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redefine the research question. Three reframes (AUC pivot · sklearn-cliff · v3-null diagnosis) came from human judgment on top of the loop's evidence — force multiplier, not substitute.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589520" y="27432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400" kern="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653796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64240" y="656539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 / 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6565392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Cross-Attention ATO POC · v4/v5 update · 2026-05-22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59E0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FLAMINGO-STYLE GATED CROSS-ATTENTION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713232"/>
            <a:ext cx="11338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in one slide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02920" y="1508760"/>
            <a:ext cx="457200" cy="4572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0" name="Image 0" descr="/sessions/pensive-upbeat-bardeen/mnt/Foundation-Science/cross_attn_ato_poc/whitepaper/figures/fig1b-architecture-simp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737360"/>
            <a:ext cx="1115568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589520" y="27432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400" kern="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653796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64240" y="656539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 / 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6565392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Cross-Attention ATO POC · v4/v5 update · 2026-05-22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59E0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ACT 1 · NOT THE FINAL ANSWER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713232"/>
            <a:ext cx="11338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— the honest null result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02920" y="1508760"/>
            <a:ext cx="4572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1737360"/>
            <a:ext cx="11155680" cy="45720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73736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This is v3 only. v4 and v5 changed the conclusion — see slides 10–12.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2468880"/>
            <a:ext cx="11155680" cy="3840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576072" y="2468880"/>
            <a:ext cx="265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87552" y="2468880"/>
            <a:ext cx="3511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45152" y="2468880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HN-FPR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08192" y="2468880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936992" y="2468880"/>
            <a:ext cx="3648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2852928"/>
            <a:ext cx="1115568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72" y="2852928"/>
            <a:ext cx="265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87552" y="2852928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structured_as_text_v2  (baseline)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45152" y="2852928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0.0507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08192" y="2852928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[0.0408, 0.0635]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936992" y="2852928"/>
            <a:ext cx="3648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Load-bearing baseline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3310128"/>
            <a:ext cx="11155680" cy="457200"/>
          </a:xfrm>
          <a:prstGeom prst="rect">
            <a:avLst/>
          </a:prstGeom>
          <a:solidFill>
            <a:srgbClr val="F8F9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6072" y="3310128"/>
            <a:ext cx="265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87552" y="3310128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exp_xa_round1_002  (v3 x-attn leader)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645152" y="3310128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0.0524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08192" y="3310128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[0.0420, 0.0647]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936992" y="3310128"/>
            <a:ext cx="3648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+0.0017 worse on point estimate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02920" y="3767328"/>
            <a:ext cx="1115568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6072" y="3767328"/>
            <a:ext cx="265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87552" y="3767328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exp_xa_round1_001 + 003 (other x-attn)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645152" y="3767328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0.057 – 0.061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108192" y="3767328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overlap baseline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936992" y="3767328"/>
            <a:ext cx="3648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Architecture dials neutral on this surface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02920" y="4572000"/>
            <a:ext cx="11155680" cy="1828800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02920" y="4572000"/>
            <a:ext cx="91440" cy="182880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8" name="Text 36"/>
          <p:cNvSpPr/>
          <p:nvPr/>
        </p:nvSpPr>
        <p:spPr>
          <a:xfrm>
            <a:off x="731520" y="47091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v3 READING (as we shipped it on May 18)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31520" y="5029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"Cross-attention did not separate from structured-as-text concat within 95% bootstrap CIs; gates rode their initialization. That v3 reading was honest but later superseded by the v4/v5 result."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31520" y="57607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That reading was honest. It was also wrong — for reasons that only became clear after a code audit. See slide 9.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589520" y="27432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400" kern="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v3 diagnosis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653796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64240" y="656539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 / 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6565392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Cross-Attention ATO POC · v4/v5 update · 2026-05-22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59E0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ACT 2 · WHAT THE CODE AUDIT FOUND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713232"/>
            <a:ext cx="11338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v3 null was a data-design artifact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02920" y="1508760"/>
            <a:ext cx="4572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1783080"/>
            <a:ext cx="1115568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1783080"/>
            <a:ext cx="91440" cy="13258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19659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417320" y="1965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Narrator paraphrased the side stream into the text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17320" y="23317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narrative_generator.py serialized the full structured event stream into the narrator's prompt, including bucket key=value pairs. The narrator's compliant-example phrases taught it to write "high-value transfer" for amount_bucket=high, "freshly-added recipient" for recipient_age=newly_added. The bucketed fraud signal flowed end-to-end from event → narrator input → narrative text. The LM, reading the narrative, already had the structured signal — cross-attention had nothing unique to fetch.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3246120"/>
            <a:ext cx="1115568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3246120"/>
            <a:ext cx="91440" cy="13258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4290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417320" y="3429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Hard-negative templates were label-deterministic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17320" y="379476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v3 journey templates hard-coded feature signatures. hn_account_recovery was always {mfa_strong, known device, low ip risk}; phish_takeover was always the opposite. A feature-level classifier could perfectly separate them. The 0.05–0.07 worst-family HN-FPR ceiling in v3 was a statistical edge effect at the 1%-FPR operating point on a label-deterministic surface — not a measure of model capability.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4709160"/>
            <a:ext cx="1115568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4709160"/>
            <a:ext cx="91440" cy="13258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8920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417320" y="4892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contract was muddied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417320" y="525780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v3 text_only and xattn arms saw different LM prompts (text_only included event-line blocks wrapped in &lt;journey_*&gt; tokens; xattn did not). The architecture comparison was confounded with a prompt-content comparison.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62179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diagnosis: the v3 null was the data, not the architecture. Time to fix the data and re-run.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589520" y="27432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400" kern="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v4 pivot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653796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64240" y="656539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 / 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6565392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Cross-Attention ATO POC · v4/v5 update · 2026-05-22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59E0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ACT 3 · RESTORE THE MODALITY GAP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713232"/>
            <a:ext cx="11338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 — the four-change data pivot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02920" y="1508760"/>
            <a:ext cx="4572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1783080"/>
            <a:ext cx="548640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1783080"/>
            <a:ext cx="91440" cy="19659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920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D94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CHANGE 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214884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narrator's view of bucketed features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274320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Narrator now sees only event types + timing. No quantitative buckets. Quantitative features live exclusively in the structured event stream.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72200" y="1783080"/>
            <a:ext cx="548640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72200" y="1783080"/>
            <a:ext cx="91440" cy="19659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1920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D94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CHANGE 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0" y="214884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Stochastic feature signatures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0" y="274320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Each journey family draws features from a distribution, not a fixed signature. Fraud and legit overlap on individual features. A feature-level classifier can no longer perfectly separate.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3950208"/>
            <a:ext cx="548640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3950208"/>
            <a:ext cx="91440" cy="19659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0873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D94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CHANGE 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31520" y="431596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new adversarial cross-modal families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1520" y="4910328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hn_recovery_high_amount (legit, text reads fraud) and phish_takeover_mfa_phished (fraud, text reads safe). Designed to demand cross-modal reasoning.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72200" y="3950208"/>
            <a:ext cx="548640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72200" y="3950208"/>
            <a:ext cx="91440" cy="19659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40873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D94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CHANGE 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0" y="431596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Byte-identical LM prompts across arms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00800" y="4910328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text_only and xattn arms now see the same LM prompt modulo the side stream. The architecture comparison turns only on the presence/absence of cross-attention.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2920" y="608076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Same architecture. Same training recipe. Different data. — Result on next slide.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589520" y="27432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400" kern="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v4 result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653796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64240" y="656539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11 / 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6565392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Cross-Attention ATO POC · v4/v5 update · 2026-05-22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59E0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CI-SEPARATED LIFT ON ADVERSARIAL CROSS-MODAL FRAUD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713232"/>
            <a:ext cx="11338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 result — x-attn wins where the side stream matters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02920" y="1508760"/>
            <a:ext cx="457200" cy="4572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0" name="Image 0" descr="/sessions/pensive-upbeat-bardeen/mnt/Foundation-Science/cross_attn_ato_poc/whitepaper/figures/fig3b-data-distribution-simp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691640"/>
            <a:ext cx="1115568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589520" y="27432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400" kern="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v5 sweep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653796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64240" y="656539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12 / 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6565392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Cross-Attention ATO POC · v4/v5 update · 2026-05-22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59E0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11 RUNS · ARCHITECTURE EXHAUSTED · DATA NEXT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713232"/>
            <a:ext cx="11338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v5 — dial-robust win, one bottleneck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02920" y="1508760"/>
            <a:ext cx="457200" cy="4572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0" name="Image 0" descr="/sessions/pensive-upbeat-bardeen/mnt/Foundation-Science/cross_attn_ato_poc/whitepaper/figures/fig4-sweep-resul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691640"/>
            <a:ext cx="1115568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589520" y="27432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400" kern="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Claims at a glance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653796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64240" y="656539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13 / 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6565392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Cross-Attention ATO POC · v4/v5 update · 2026-05-22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59E0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BOUNDARIES OF THE EVIDENCE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713232"/>
            <a:ext cx="11338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explicitly do not claim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02920" y="1508760"/>
            <a:ext cx="4572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1783080"/>
            <a:ext cx="548640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1783080"/>
            <a:ext cx="91440" cy="19659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920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C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CLAIMED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214884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transfer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31520" y="2697480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 result is on synthetic data. The v4 win on adversarial cross-modal fraud is real architectural lift within the synthetic eval; real-traffic behavior is open. A held-out anonymized production-replay window is the next gate.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72200" y="1783080"/>
            <a:ext cx="548640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72200" y="1783080"/>
            <a:ext cx="91440" cy="19659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1920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C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CLAIMED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0" y="214884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Production-fraud-system superiority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0" y="2697480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 have not benchmarked against any current PayPal ATO routing model. The numbers in this deck are intra-architectural (text_only vs xattn on the same LM); they are not comparisons to a fraud system in operation.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3950208"/>
            <a:ext cx="548640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3950208"/>
            <a:ext cx="91440" cy="19659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0873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C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CLAIMED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31520" y="431596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Non-LLM tabular baseline superiority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31520" y="4864608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 XGBoost or LightGBM model was trained on the bucketed event features. The absence does not invalidate the text_only-vs-xattn causal comparison — but it prevents any "cross-attention beats fraud baselines" claim. This is a deliberate gap in evidence.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72200" y="3950208"/>
            <a:ext cx="548640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72200" y="3950208"/>
            <a:ext cx="91440" cy="19659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40873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C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CLAIMED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0" y="431596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400800" y="4864608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Eval is discrimination-only (AUC, R@FPR, HN-FPR). No Expected Calibration Error, Brier score, or reliability diagram. For a production risk-scoring use case, calibration matters as much as discrimination.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02920" y="5943600"/>
            <a:ext cx="1115568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" y="594360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These gaps are deliberate. The whitepaper's §1.2 "Claims at a glance" table marks each one. Closing them is the work on the recommendation slide.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589520" y="27432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400" kern="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Recommendation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653796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64240" y="656539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14 / 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6565392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Cross-Attention ATO POC · v4/v5 update · 2026-05-22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59E0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WE RECOMMEND FOR THE NEXT 1–3 MONTHS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713232"/>
            <a:ext cx="11338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the loop; validate cross-attn through data and replay, not blind architecture sweeps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02920" y="1508760"/>
            <a:ext cx="4572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1783080"/>
            <a:ext cx="11155680" cy="12801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Shape 9"/>
          <p:cNvSpPr/>
          <p:nvPr/>
        </p:nvSpPr>
        <p:spPr>
          <a:xfrm>
            <a:off x="502920" y="1783080"/>
            <a:ext cx="91440" cy="1280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1874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59E0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STRATEGIC CALL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" y="2194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Cross-attention is no longer a failed architecture.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77240" y="2606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v3 was a data-confounded null. v4 was a CI-separated synthetic win. v5 exposed a data-shaped ceiling. The next dollar goes into data redesign and production replay — not more architecture dial sweeps.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3291840"/>
            <a:ext cx="361188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3291840"/>
            <a:ext cx="3611880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35584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NOW  ·  IN FLIGHT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384048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the loop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85800" y="4434840"/>
            <a:ext cx="3337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Launcher, agent playbook, whitelist, lockfile, dedup tuple, halt conditions, bootstrap-CI eval, tie-aware metrics. Every subsequent POC inherits these for free.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51960" y="3291840"/>
            <a:ext cx="361188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251960" y="3291840"/>
            <a:ext cx="361188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4434840" y="335584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NEXT  ·  1-4 WEEKS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434840" y="384048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Redesign hn_recovery_high_amount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4434840" y="4434840"/>
            <a:ext cx="3337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Richer disambiguating event context: device-trust history, step-up-auth chain, recovery chain, out-of-band verification. Target: drop bottleneck FPR below 0.15 before any further architecture sweep.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001000" y="3291840"/>
            <a:ext cx="361188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001000" y="3291840"/>
            <a:ext cx="361188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8183880" y="335584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THEN  ·  1-2 MONTHS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183880" y="384048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replay + tabular baseline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8183880" y="4434840"/>
            <a:ext cx="3337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Anonymized production-replay window. XGBoost / LightGBM on the same bucketed features. This is the test that converts the v4 synthetic win into either a production claim or a data-quality claim — both are valuable.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2920" y="594360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runs · three sweep generations · 1 honest negative result, traced and repaired · 1 reusable methodology asset.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02920" y="6263640"/>
            <a:ext cx="11155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 readout:  00-executive-summary  ·  01-auto-research-loop-deep-dive  ·  02-cross-attn-poc-technical-readout  ·  03-integration-friction-catalog  ·  whitepaper/v1.2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PayPal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Cross-Attention for ATO + Auto-Research Loop (v4/v5 update)</dc:title>
  <dc:subject>PptxGenJS Presentation</dc:subject>
  <dc:creator>Arun Menon — Foundation Science</dc:creator>
  <cp:lastModifiedBy>Arun Menon — Foundation Science</cp:lastModifiedBy>
  <cp:revision>1</cp:revision>
  <dcterms:created xsi:type="dcterms:W3CDTF">2026-05-25T05:51:07Z</dcterms:created>
  <dcterms:modified xsi:type="dcterms:W3CDTF">2026-05-25T05:51:07Z</dcterms:modified>
</cp:coreProperties>
</file>